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2552" y="0"/>
            <a:ext cx="54864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apex/media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8312" y="2377440"/>
            <a:ext cx="4754880" cy="22037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ex/media/ppt/media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6355080"/>
            <a:ext cx="868680" cy="40233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O-MN2-MM1 template</dc:title>
  <dc:subject>PptxGenJS Presentation</dc:subject>
  <dc:creator>PptxGenJS</dc:creator>
  <cp:lastModifiedBy>PptxGenJS</cp:lastModifiedBy>
  <cp:revision>1</cp:revision>
  <dcterms:created xsi:type="dcterms:W3CDTF">2026-09-28T08:25:32Z</dcterms:created>
  <dcterms:modified xsi:type="dcterms:W3CDTF">2026-09-28T08:25:32Z</dcterms:modified>
</cp:coreProperties>
</file>